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A60C-4315-4AB7-9A51-78D65DA7C625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253CF-9927-4785-99AB-50DCFA22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137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A60C-4315-4AB7-9A51-78D65DA7C625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253CF-9927-4785-99AB-50DCFA22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33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A60C-4315-4AB7-9A51-78D65DA7C625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253CF-9927-4785-99AB-50DCFA22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18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A60C-4315-4AB7-9A51-78D65DA7C625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253CF-9927-4785-99AB-50DCFA22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54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A60C-4315-4AB7-9A51-78D65DA7C625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253CF-9927-4785-99AB-50DCFA22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33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A60C-4315-4AB7-9A51-78D65DA7C625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253CF-9927-4785-99AB-50DCFA22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53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A60C-4315-4AB7-9A51-78D65DA7C625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253CF-9927-4785-99AB-50DCFA22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20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A60C-4315-4AB7-9A51-78D65DA7C625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253CF-9927-4785-99AB-50DCFA22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364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A60C-4315-4AB7-9A51-78D65DA7C625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253CF-9927-4785-99AB-50DCFA22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23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A60C-4315-4AB7-9A51-78D65DA7C625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253CF-9927-4785-99AB-50DCFA22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1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A60C-4315-4AB7-9A51-78D65DA7C625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253CF-9927-4785-99AB-50DCFA22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92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AA60C-4315-4AB7-9A51-78D65DA7C625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253CF-9927-4785-99AB-50DCFA22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965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Manish </a:t>
            </a:r>
            <a:r>
              <a:rPr lang="en-US" smtClean="0"/>
              <a:t>gupta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495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MANISH</dc:creator>
  <cp:lastModifiedBy>MANISH</cp:lastModifiedBy>
  <cp:revision>1</cp:revision>
  <dcterms:created xsi:type="dcterms:W3CDTF">2021-03-31T05:59:01Z</dcterms:created>
  <dcterms:modified xsi:type="dcterms:W3CDTF">2021-03-31T05:59:18Z</dcterms:modified>
</cp:coreProperties>
</file>